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1374840" y="1336680"/>
            <a:ext cx="4809600" cy="360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IN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:notes"/>
          <p:cNvSpPr txBox="1"/>
          <p:nvPr>
            <p:ph idx="11" type="ftr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lang="en-IN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faculty [Group: G00] [Sem:2nd]</a:t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1374840" y="1336680"/>
            <a:ext cx="4809600" cy="360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:notes"/>
          <p:cNvSpPr txBox="1"/>
          <p:nvPr>
            <p:ph idx="11" type="ftr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lang="en-IN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faculty [Group: G00] [Sem:2nd]</a:t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:notes"/>
          <p:cNvSpPr txBox="1"/>
          <p:nvPr>
            <p:ph idx="12" type="sldNum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IN" sz="12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 flipH="1" rot="10800000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31" name="Google Shape;31;p3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32" name="Google Shape;32;p3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34" name="Google Shape;34;p3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35" name="Google Shape;35;p3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36;p3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7" name="Google Shape;3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38" name="Google Shape;38;p3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0" name="Google Shape;40;p3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41" name="Google Shape;41;p3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43" name="Google Shape;4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 txBox="1"/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462275" y="1258375"/>
            <a:ext cx="8145000" cy="5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sz="21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Offline Code Analysis and Optimization System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IN" sz="2000">
                <a:latin typeface="Arial"/>
                <a:ea typeface="Arial"/>
                <a:cs typeface="Arial"/>
                <a:sym typeface="Arial"/>
              </a:rPr>
            </a:b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Uddeshya Singh</a:t>
            </a:r>
            <a:r>
              <a:rPr b="1" lang="en-IN" sz="20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(221099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2475</a:t>
            </a:r>
            <a:r>
              <a:rPr b="1" lang="en-IN" sz="20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Suvogyan Chakraborty (2210992429)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Diganta Mitra (2210991514)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IN" sz="18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Simarjit Kaur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IN" sz="17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IN" sz="17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260025" y="0"/>
            <a:ext cx="24084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61" name="Google Shape;61;p6"/>
          <p:cNvSpPr txBox="1"/>
          <p:nvPr>
            <p:ph idx="4294967295" type="subTitle"/>
          </p:nvPr>
        </p:nvSpPr>
        <p:spPr>
          <a:xfrm>
            <a:off x="457200" y="1188000"/>
            <a:ext cx="6031800" cy="44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Discussed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442150" y="21473"/>
            <a:ext cx="35136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200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442150" y="987475"/>
            <a:ext cx="8244000" cy="49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Overview: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project introduces an AI-powered code analyzer designed to operate entirely offline on a local machine without connecting to external servers.</a:t>
            </a:r>
            <a:endParaRPr sz="2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Analytical Approach: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evaluates code by treating it as a pattern recognition and constraint evaluation problem, moving away from traditional static rule-based engines.</a:t>
            </a: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Technologies: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utilizes local Large Language Models (LLMs) combined with advanced vector embeddings to develop a deep semantic understanding of the code's logic.</a:t>
            </a:r>
            <a:endParaRPr sz="2200"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t/>
            </a:r>
            <a:endParaRPr sz="2200"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1" lang="en-IN" sz="2200">
                <a:latin typeface="Times New Roman"/>
                <a:ea typeface="Times New Roman"/>
                <a:cs typeface="Times New Roman"/>
                <a:sym typeface="Times New Roman"/>
              </a:rPr>
              <a:t>Architecture &amp; Environment:</a:t>
            </a: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 Built with high-performance parsing tools and technologies like Rust, FastAPI and .NET.</a:t>
            </a:r>
            <a:r>
              <a:rPr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˙</a:t>
            </a:r>
            <a:endParaRPr sz="2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495725" y="970925"/>
            <a:ext cx="8130900" cy="50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code analysis tools rely heavily on manual inspection, which is time-consuming and error-prone.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static analysis tools lack deep understanding of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logic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often miss complex issues like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inconsistencies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race conditions.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modern tools are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cloud-dependent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leading to: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Latency due to network calls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on stable internet connectivity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privacy and security risks arise when proprietary or sensitive code is sent to external servers for analysis.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373675" y="167050"/>
            <a:ext cx="58506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type="title"/>
          </p:nvPr>
        </p:nvSpPr>
        <p:spPr>
          <a:xfrm>
            <a:off x="201600" y="0"/>
            <a:ext cx="49755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475200" y="0"/>
            <a:ext cx="8164800" cy="6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Research Highlights: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b="0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Conventional static analyzers (e.g., linters) are rule-based, focusing on syntax and style rather than deep semantic understanding.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Gap: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Detecting logical bugs and runtime issues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large-scale modern codebases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∙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real-time intelligent suggestions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245875" y="0"/>
            <a:ext cx="49107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DESIGN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434125" y="1116000"/>
            <a:ext cx="7647900" cy="51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1. Rust (Core Parsing &amp; High-Performance Layer)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and memory-safe code parsing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 generation and semantic summarization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High-performance local processing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2. Python (AI, Vectorization &amp; Database Layer)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embeddings for code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semantic analysis using AI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and query vectorized code patterns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3. C# / .NET (API Gateway &amp; System Orchestration)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communication between Rust and Python services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centralized backend and API gateway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integration with IDEs and external tools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196550" y="0"/>
            <a:ext cx="62742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516250" y="1032525"/>
            <a:ext cx="8090100" cy="54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WORKFLOW: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Input Acquisition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Parsing &amp; AST Generation Semantic Summarization \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Tokenization &amp; Preprocessing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Embedding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Matching &amp; Retrieval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 Evaluation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Contribution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Deviation Scoring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Issue Detection &amp; Classification Optimization Suggestion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BJECTIVE: 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AI-powered offline system that analyzes, detects, and optimizes code efficiently while ensuring privacy, low latency, and real-time feedback.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>
            <a:off x="201600" y="0"/>
            <a:ext cx="63102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DESIGN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487800" y="1083425"/>
            <a:ext cx="8655900" cy="4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Input Interface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Rust-Based Parsing Engine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Syntax Tree (AST) Generator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Summarization Module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Vectorization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Embedding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Engine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 (PostgreSQL + pgvector)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LLM Inference Engine (Ollama)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 Evaluation Engine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 (.NET / ASP.NET Core)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title"/>
          </p:nvPr>
        </p:nvSpPr>
        <p:spPr>
          <a:xfrm>
            <a:off x="265325" y="0"/>
            <a:ext cx="60633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PERFORMANCE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487800" y="1101400"/>
            <a:ext cx="7819800" cy="53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Input Interface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a complete end-to-end workflow: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Rust → Python → pgvector → .NET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integrated high-performance parsing (Rust) with AI-based analysis (Python) Implemented efficient semantic embedding and storage using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+ pgvector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Enabled smooth inter-service communication and orchestration via 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.NET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 layer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low-latency local processing without any cloud dependency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the absence of a unified and optimized pipeline, the current system experiences slower processing time.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471950" y="1134775"/>
            <a:ext cx="8157000" cy="3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demonstrates that offline AI-based code analysis is feasible and effective for real-world development scenarios.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Rust, Python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</a:t>
            </a: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.NET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 a balanced architecture combining performance, AI capability, and scalability.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 of local LLMs and embeddings enables deeper semantic understanding compared to traditional static analysis tools.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successfully addresses privacy concerns by eliminating the need for cloud-based processing.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245875" y="0"/>
            <a:ext cx="30993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186850" y="0"/>
            <a:ext cx="35898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7650" y="1245175"/>
            <a:ext cx="7907700" cy="51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ACHIEVED SO FAR: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presents a novel offline AI-powered code analysis system that overcomes limitations of traditional and cloud-based tools.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successfully combines high-performance parsing (Rust), AI-driven semantic analysis (Python), and efficient orchestration (.NET) into a unified architecture.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demonstrates improved capability in detecting logical errors, vulnerabilities, and performance issues.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operating entirely offline, it ensures data privacy, security, and independence from internet connectivity.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project establishes that local-first AI tools can match or exceed cloud-based solutions.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206650" y="0"/>
            <a:ext cx="36777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IN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110400" y="184850"/>
            <a:ext cx="8518800" cy="6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T. Mens and T. Tourwé, “A Survey of Software Refactoring,” IEEE Transactions on Software Engineering, vol. 30, no. 2, pp. 126–139, 2004.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Fowler, Refactoring: Improving the Design of Existing Code, Addison-Wesley, 2018.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Russell and P. Norvig, Artificial Intelligence: A Modern Approach, 4th ed., Pearson, 2020. \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∙"/>
            </a:pPr>
            <a:r>
              <a:rPr b="1"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Johnson, Y. Song, E. Murphy-Hill, and R. Bowdidge, “Why Don’t Software Developers Use Static Analysis Tools to Find Bugs?” in Proceedings of the 2013 International Conference on Software Engineering (ICSE), pp. 672–681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